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0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76F43-D428-80E2-56BE-01739345E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3B9F4A-0F7D-5F05-8CF6-6782DBFEA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6BCA3E-A851-D4D8-5574-82E0DB40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7238B-A100-D8C6-D63A-49514DD7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DEB54C-BABE-86DD-D4C3-609E2565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8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CACBD-4488-CE15-10CA-8FB09F57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E63F9-9B86-0B5B-9370-24C687E8B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35468-B3EE-457E-1689-CD2692BB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C090F4-C7E5-AF9C-9BC9-C77C18D9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35FF48-5A47-CA04-0E70-FE2BCBD1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43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7CE6E-8381-A834-9B2D-E4EF0B1E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DD8223-6E3E-7CB2-2E3C-683EEE640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60C0F5-2A14-3CA0-AAED-18380E3C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0F3AA4-7005-4CDC-B1A2-C2871FC3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B16D9F-2C42-42D0-67CB-C4A24218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65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EC0AF-E8AF-908B-9988-2D537C47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2F5EDD-D391-3387-4EBC-915A895F4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D21E12-E843-03FE-A57D-645931085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F1BF6-83BD-0F4B-EFBE-A8CD0FCE1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0F6FAD-90FD-9764-938D-417034A2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7C8314-8B8A-8FDD-4B61-F303D735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80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CC7CD-AD4E-AF9B-1B57-3645D7DDA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AE27CE-9461-B57C-E0D3-D7110B2D1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90170F-DA04-6815-7080-FDE8D3710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FCAE42-16E0-1E15-8FD7-3B970963F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05A2B3-F999-EB9C-6E0B-BB27FBA35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CDA3E2-E57B-916F-F22E-015315928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1A436A-B2F1-7E9E-24FB-227E1FB2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FF69B3-4D73-5D99-4D66-E5FD7A4D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39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1E1AE-F8F1-DC1D-3AE0-76F232D2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CC1558-3B83-DE68-FC7C-A313647A6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DD4D4E-9E1E-7199-3AC7-7829A9EB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BE71EA-2C38-F8F4-E485-A947609E6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1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6C7D2A-5868-7B71-DA00-2FC40E00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3BF190-75BA-5438-3DAA-4BF22491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E79E2-1C01-F425-4EE5-71E1D1D0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104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A041E-431F-DDA5-DF74-D0E633F1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572645-D369-43CA-F922-3910174F1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C23641-B272-6BFF-CE3C-68EC40680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A05528-7F15-93D7-7359-2A5B8612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B41E2C-5301-1392-C60A-893DD53A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B9B736-2488-0AC6-0196-3CC0906A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5B3C-8DC4-DB9E-1AA0-FB53C654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3F21F1-99C6-536A-8493-F2B348707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377B79-A9B2-A70A-A93E-FD4FFCE57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5B1BFF-3A89-EA4C-417D-6EAA25B6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37E4B7-B763-976E-8A4C-8A442C52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BA29F9-1E10-86C7-AD26-B212B9A5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15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5EDD4-F758-02DA-1BCE-48B3055D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DDBFC1-96D2-48E1-24D9-E558EC7E7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C74404-ADF2-B0C8-74C0-19B41B66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53B3A-256A-909E-D9C5-487AA65F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54AEAD-1B62-0C3D-05EB-0EAE78884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91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AF4BE7-3B39-CBBB-88E2-03B66975A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ADE470-C24B-651D-5FE5-24850E021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8DDBD-3CB3-6EB6-3276-BB1F9C6BB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8E2C0A-16E8-9BEE-B6E3-D027F90B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43FF1-0BF6-F09E-A3F3-9E612A67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65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7FF9B4-70F8-1E87-7C40-7BE60BD2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A1B849-6EB0-82C3-E352-F06F47659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0F9942-FFC3-9191-8824-D8F8CD001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916F7-6A77-45E1-B1CB-F384A2526FA3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1DB2CB-C1C0-3271-06B5-F59C1EEA4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947E77-A6F2-5747-14C2-B1EFDCAA8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2AD89-5CC5-4E7E-9996-8C97F80B4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0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D42DA-85B8-FD16-BE55-AE0305FFB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실습</a:t>
            </a:r>
            <a:endParaRPr lang="en-GB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6D6BF5-311C-7EEF-1A66-4C15AFFBD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3974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D42DA-85B8-FD16-BE55-AE0305FFB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6D6BF5-311C-7EEF-1A66-4C15AFFBD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678C31-82C2-07F3-4070-DDE03AA0D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11"/>
            <a:ext cx="12192000" cy="68423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E9C557-BBCE-A9CD-9008-A22595AC1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64" y="5989827"/>
            <a:ext cx="748479" cy="5478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45F8671-BDD0-2756-FBAF-09E7BF1E3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923" y="6017288"/>
            <a:ext cx="1270506" cy="5069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38D25A3-2588-48FB-2967-FB0FCDE57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926" y="6005923"/>
            <a:ext cx="1362513" cy="5069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603F25C-FE4D-7BE9-4A08-A49DEFEC4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255" y="6005923"/>
            <a:ext cx="1595336" cy="5317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F87973F-0621-5B60-EE83-9FA08A647F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868" y="5992489"/>
            <a:ext cx="1236934" cy="5069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31B0176-907B-BB02-7115-D2ED1DD3B5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9080" y="5972030"/>
            <a:ext cx="835101" cy="4899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6F91319-0DE2-6D45-3701-10B186D759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163" y="5198904"/>
            <a:ext cx="722761" cy="513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A3ED93B-8CC5-ECE7-C577-EE8B7D3AA5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1923" y="5276274"/>
            <a:ext cx="913176" cy="4725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AC20E81-45E1-827E-0EFD-6BB9A43551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1742" y="5304356"/>
            <a:ext cx="651424" cy="420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AC15567-C0AB-08AD-5B0E-3142B516B4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7636" y="5257800"/>
            <a:ext cx="1554444" cy="4275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1EFF481-197A-EC9E-BF64-3B7F527656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1670" y="5945848"/>
            <a:ext cx="1039074" cy="4899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8E3F18B-4E61-91C1-F9D2-BBF08026407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8665" y="5276274"/>
            <a:ext cx="756694" cy="4648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2D7815F-1D76-3D61-9C5C-108A57387C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9273" y="5256609"/>
            <a:ext cx="793031" cy="4559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EE714D3-D319-3CC5-A71C-24485961EA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02552" y="5274559"/>
            <a:ext cx="593074" cy="449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4459A44-A98B-CD8F-A0F7-9E053E97D1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76024" y="6043631"/>
            <a:ext cx="837067" cy="4806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5712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</Words>
  <Application>Microsoft Macintosh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실습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조별활동</dc:title>
  <dc:creator>Myunggu Jung</dc:creator>
  <cp:lastModifiedBy>Myunggu Jung</cp:lastModifiedBy>
  <cp:revision>7</cp:revision>
  <dcterms:created xsi:type="dcterms:W3CDTF">2023-09-20T16:15:15Z</dcterms:created>
  <dcterms:modified xsi:type="dcterms:W3CDTF">2026-06-09T03:56:58Z</dcterms:modified>
</cp:coreProperties>
</file>